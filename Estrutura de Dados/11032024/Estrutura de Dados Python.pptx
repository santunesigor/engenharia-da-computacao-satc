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</p:sldIdLst>
  <p:sldSz cy="6858000" cx="12192000"/>
  <p:notesSz cx="6858000" cy="9144000"/>
  <p:embeddedFontLst>
    <p:embeddedFont>
      <p:font typeface="Play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3" roundtripDataSignature="AMtx7mhuCU5gAdfzbS/pOAlYr+qjLyQj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font" Target="fonts/Play-bold.fntdata"/><Relationship Id="rId41" Type="http://schemas.openxmlformats.org/officeDocument/2006/relationships/font" Target="fonts/Play-regular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43" Type="http://customschemas.google.com/relationships/presentationmetadata" Target="meta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4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4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4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4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youtu.be/7Kpd6eprz4k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pt-BR"/>
              <a:t>ESTRUTURA DE DADOS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PYTHON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Profª Christine Vieira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1326204" y="1243081"/>
            <a:ext cx="6096000" cy="1230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Instalação do Python e VSCode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pt-BR" sz="3200" u="sng" cap="none" strike="noStrike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https://youtu.be/7Kpd6eprz4k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8743" y="1541206"/>
            <a:ext cx="10164120" cy="3775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/>
          <p:nvPr/>
        </p:nvSpPr>
        <p:spPr>
          <a:xfrm>
            <a:off x="591360" y="494198"/>
            <a:ext cx="1100927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Faça um programa que lei um nome de usuário e a sua senha e não aceite a senha igual ao nome do usuário, mostrando uma mensagem de erro e voltando a pedir as informações. </a:t>
            </a:r>
            <a:endParaRPr/>
          </a:p>
        </p:txBody>
      </p:sp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9202" y="2222090"/>
            <a:ext cx="9893593" cy="3677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/>
              <a:t>Menu e funções</a:t>
            </a:r>
            <a:endParaRPr/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21988" t="0"/>
          <a:stretch/>
        </p:blipFill>
        <p:spPr>
          <a:xfrm>
            <a:off x="43918" y="2029354"/>
            <a:ext cx="4761670" cy="41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4">
            <a:alphaModFix/>
          </a:blip>
          <a:srcRect b="0" l="0" r="6152" t="0"/>
          <a:stretch/>
        </p:blipFill>
        <p:spPr>
          <a:xfrm>
            <a:off x="4919035" y="2029355"/>
            <a:ext cx="7186943" cy="3289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/>
              <a:t>Menu e funções</a:t>
            </a:r>
            <a:endParaRPr/>
          </a:p>
        </p:txBody>
      </p:sp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21988" t="0"/>
          <a:stretch/>
        </p:blipFill>
        <p:spPr>
          <a:xfrm>
            <a:off x="43918" y="2029354"/>
            <a:ext cx="4761670" cy="41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6"/>
          <p:cNvPicPr preferRelativeResize="0"/>
          <p:nvPr/>
        </p:nvPicPr>
        <p:blipFill rotWithShape="1">
          <a:blip r:embed="rId4">
            <a:alphaModFix/>
          </a:blip>
          <a:srcRect b="0" l="0" r="6152" t="0"/>
          <a:stretch/>
        </p:blipFill>
        <p:spPr>
          <a:xfrm>
            <a:off x="4919035" y="2029355"/>
            <a:ext cx="7186943" cy="328989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 txBox="1"/>
          <p:nvPr/>
        </p:nvSpPr>
        <p:spPr>
          <a:xfrm>
            <a:off x="7386414" y="1027906"/>
            <a:ext cx="4484450" cy="3416320"/>
          </a:xfrm>
          <a:prstGeom prst="rect">
            <a:avLst/>
          </a:prstGeom>
          <a:solidFill>
            <a:srgbClr val="FAE2D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Ao escrever if __name__ == "__main__": main(), você está garantindo que a função main() só será chamada se este arquivo for executado diretamente como o programa principal. Isso é útil para separar a lógica principal do programa em uma função main(), que só será executada quando o arquivo for executado diretamente, mas não quando for importado como um módulo em outro script. Isso ajuda a modularizar e organizar melhor o código Python.</a:t>
            </a:r>
            <a:endParaRPr/>
          </a:p>
        </p:txBody>
      </p:sp>
      <p:cxnSp>
        <p:nvCxnSpPr>
          <p:cNvPr id="117" name="Google Shape;117;p6"/>
          <p:cNvCxnSpPr/>
          <p:nvPr/>
        </p:nvCxnSpPr>
        <p:spPr>
          <a:xfrm flipH="1">
            <a:off x="7461115" y="4377447"/>
            <a:ext cx="719847" cy="398834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/>
        </p:nvSpPr>
        <p:spPr>
          <a:xfrm>
            <a:off x="1076527" y="1443841"/>
            <a:ext cx="9669294" cy="397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Em Python, o termo "vetor" é frequentemente usado de forma com o termo "lista".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Em um sentido mais técnico, um vetor é uma coleção ordenada de elementos do mesmo tipo de dados.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No entanto, em Python, as listas são tão flexíveis que geralmente são usadas para representar vetores, matrizes e outras estruturas de dados multidimensionais.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415047" y="2192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Vetor, Array e Lista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/>
        </p:nvSpPr>
        <p:spPr>
          <a:xfrm>
            <a:off x="809913" y="728326"/>
            <a:ext cx="961092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Uma lista em Python pode conter elementos de tipos de dados diferentes e pode crescer ou diminuir de tamanho dinamicamente, o que se assemelha ao comportamento de um vetor em outras linguagens de programação.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8"/>
          <p:cNvSpPr txBox="1"/>
          <p:nvPr/>
        </p:nvSpPr>
        <p:spPr>
          <a:xfrm>
            <a:off x="914401" y="2165735"/>
            <a:ext cx="1022377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exemplo, uma lista em Python pode ser usada como um vetor da seguinte maneira: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vetor = [1, 2, 3, 4, 5]</a:t>
            </a:r>
            <a:endParaRPr/>
          </a:p>
        </p:txBody>
      </p:sp>
      <p:pic>
        <p:nvPicPr>
          <p:cNvPr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9651" y="4269009"/>
            <a:ext cx="4585726" cy="604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9651" y="5110638"/>
            <a:ext cx="7666877" cy="74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/>
          <p:nvPr/>
        </p:nvSpPr>
        <p:spPr>
          <a:xfrm>
            <a:off x="1095983" y="1490008"/>
            <a:ext cx="10000034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Ao falar sobre vetores em Python, geralmente estamos nos referindo a listas.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D0D0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 as operações que realizamos com vetores em outras linguagens, como acesso a elementos, adição de elementos, remoção de elementos, etc., são todas realizadas utilizando as operações disponíveis para listas em Python.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"/>
          <p:cNvSpPr txBox="1"/>
          <p:nvPr/>
        </p:nvSpPr>
        <p:spPr>
          <a:xfrm>
            <a:off x="609600" y="699436"/>
            <a:ext cx="109728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Python, uma lista é uma estrutura de dados que permite armazenar uma coleção ordenada de elementos. É uma das estruturas de dados mais versáteis e amplamente utilizadas na linguagem. As listas em Python são mutáveis, o que significa que você pode adicionar, remover e modificar elementos depois que a lista é criada.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listas são definidas utilizando colchetes [], e os elementos são separados por vírgulas. Os elementos de uma lista podem ser de diferentes tipos de dados, incluindo números, strings, outras listas, ou até mesmo objetos mais complexos.</a:t>
            </a:r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6952" y="4753084"/>
            <a:ext cx="3882557" cy="530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/>
        </p:nvSpPr>
        <p:spPr>
          <a:xfrm>
            <a:off x="749029" y="477455"/>
            <a:ext cx="10943617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Algumas operações comuns que podem ser realizadas com listas incluem: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Acesso aos elementos individuais utilizando índices: lista[0] retorna o primeiro elemento da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Adição de elementos ao final da lista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lista.append(6) 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adicionaria o número 6 ao final da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Remoção de elementos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lista.remove(3)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removeria o número 3 da lista.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Iteração sobre os elementos da lista utilizando loops for.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muitas outras operações úteis, como ordenação, fatiamento, e concatenação de listas.</a:t>
            </a:r>
            <a:endParaRPr/>
          </a:p>
        </p:txBody>
      </p:sp>
      <p:sp>
        <p:nvSpPr>
          <p:cNvPr id="148" name="Google Shape;148;p11"/>
          <p:cNvSpPr txBox="1"/>
          <p:nvPr/>
        </p:nvSpPr>
        <p:spPr>
          <a:xfrm>
            <a:off x="749029" y="4764640"/>
            <a:ext cx="1064206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As listas são uma parte fundamental da linguagem Python e são amplamente utilizadas em muitos contextos diferentes, desde manipulação de dados simples até implementação de algoritmos mais complexos.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2322" y="796724"/>
            <a:ext cx="9149817" cy="168665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2"/>
          <p:cNvSpPr txBox="1"/>
          <p:nvPr/>
        </p:nvSpPr>
        <p:spPr>
          <a:xfrm>
            <a:off x="1152322" y="3225357"/>
            <a:ext cx="953837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Neste exemplo, a lista </a:t>
            </a:r>
            <a:r>
              <a:rPr b="1"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contém strings ("Hello"), inteiros (42), floats (3.14), booleanos (True), outra lista ([1, 2, 3]), e um </a:t>
            </a:r>
            <a:r>
              <a:rPr b="1" lang="pt-BR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dicionário</a:t>
            </a: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({"nome": "João", "idade": 30}).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Todos esses tipos de dados diferentes são armazenados em uma única lista. Isso demonstra a flexibilidade das listas em Python.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2063" y="1559166"/>
            <a:ext cx="9951156" cy="35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/>
        </p:nvSpPr>
        <p:spPr>
          <a:xfrm>
            <a:off x="415047" y="2192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Dicionário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619" y="668594"/>
            <a:ext cx="11099040" cy="5142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5"/>
          <p:cNvSpPr txBox="1"/>
          <p:nvPr/>
        </p:nvSpPr>
        <p:spPr>
          <a:xfrm>
            <a:off x="992220" y="1661662"/>
            <a:ext cx="9572017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# Imprimindo a lista de pessoas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print("\nLista de pessoas:")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pessoa in lista_pessoas: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print(f"Nome: {pessoa['nome']}, Idade: {pessoa['idade']}, Cidade: {pessoa['cidade']}")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288" y="1743287"/>
            <a:ext cx="10226259" cy="3300661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415047" y="21921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Limpar a Tela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"/>
          <p:cNvSpPr txBox="1"/>
          <p:nvPr/>
        </p:nvSpPr>
        <p:spPr>
          <a:xfrm>
            <a:off x="1305128" y="1383323"/>
            <a:ext cx="892026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novo programa.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 Inserir elementos em uma lista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 Pesquisar um elemento na lista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 Excluir um elemento da lista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– Imprimir a lista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"/>
          <p:cNvSpPr txBox="1"/>
          <p:nvPr/>
        </p:nvSpPr>
        <p:spPr>
          <a:xfrm>
            <a:off x="415047" y="219210"/>
            <a:ext cx="116982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Inserir elementos em uma Lista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append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1</a:t>
            </a:r>
            <a:endParaRPr/>
          </a:p>
        </p:txBody>
      </p:sp>
      <p:pic>
        <p:nvPicPr>
          <p:cNvPr id="187" name="Google Shape;18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903" y="1164177"/>
            <a:ext cx="7756663" cy="53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/>
        </p:nvSpPr>
        <p:spPr>
          <a:xfrm>
            <a:off x="415047" y="219210"/>
            <a:ext cx="116982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Inserir elementos em uma Lista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append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2</a:t>
            </a:r>
            <a:endParaRPr/>
          </a:p>
        </p:txBody>
      </p:sp>
      <p:pic>
        <p:nvPicPr>
          <p:cNvPr id="193" name="Google Shape;193;p19"/>
          <p:cNvPicPr preferRelativeResize="0"/>
          <p:nvPr/>
        </p:nvPicPr>
        <p:blipFill rotWithShape="1">
          <a:blip r:embed="rId3">
            <a:alphaModFix/>
          </a:blip>
          <a:srcRect b="0" l="0" r="3474" t="0"/>
          <a:stretch/>
        </p:blipFill>
        <p:spPr>
          <a:xfrm>
            <a:off x="1157592" y="1282125"/>
            <a:ext cx="9727041" cy="482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0"/>
          <p:cNvSpPr txBox="1"/>
          <p:nvPr/>
        </p:nvSpPr>
        <p:spPr>
          <a:xfrm>
            <a:off x="415047" y="219210"/>
            <a:ext cx="116982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Inserir elementos em uma Lista usando a posição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insert -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Parte 1</a:t>
            </a:r>
            <a:endParaRPr/>
          </a:p>
        </p:txBody>
      </p:sp>
      <p:pic>
        <p:nvPicPr>
          <p:cNvPr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091" y="1697404"/>
            <a:ext cx="9915809" cy="4555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415047" y="219210"/>
            <a:ext cx="116982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Inserir elementos em uma Lista –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 insert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- Parte 2</a:t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0069" y="1384239"/>
            <a:ext cx="9852246" cy="4741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3880" y="1942620"/>
            <a:ext cx="10475108" cy="2629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/>
        </p:nvSpPr>
        <p:spPr>
          <a:xfrm>
            <a:off x="415047" y="219210"/>
            <a:ext cx="1169829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Subscrever um elemento na Lista</a:t>
            </a:r>
            <a:endParaRPr/>
          </a:p>
        </p:txBody>
      </p:sp>
      <p:pic>
        <p:nvPicPr>
          <p:cNvPr id="216" name="Google Shape;21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018" y="1544773"/>
            <a:ext cx="7767492" cy="16610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/>
        </p:nvSpPr>
        <p:spPr>
          <a:xfrm>
            <a:off x="462770" y="2375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Pesquisar elementos em uma Lista – Parte 1</a:t>
            </a:r>
            <a:endParaRPr/>
          </a:p>
        </p:txBody>
      </p:sp>
      <p:pic>
        <p:nvPicPr>
          <p:cNvPr id="222" name="Google Shape;2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5268" y="1300970"/>
            <a:ext cx="9436190" cy="5050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"/>
          <p:cNvSpPr txBox="1"/>
          <p:nvPr/>
        </p:nvSpPr>
        <p:spPr>
          <a:xfrm>
            <a:off x="282102" y="3166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Pesquisar elementos em uma Lista – Parte 2</a:t>
            </a:r>
            <a:endParaRPr/>
          </a:p>
        </p:txBody>
      </p:sp>
      <p:pic>
        <p:nvPicPr>
          <p:cNvPr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7172" y="2242028"/>
            <a:ext cx="9919949" cy="3078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/>
        </p:nvSpPr>
        <p:spPr>
          <a:xfrm>
            <a:off x="462770" y="23757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Pesquisar elementos em uma Lista por uma posição – Parte 1</a:t>
            </a:r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7374" y="2159305"/>
            <a:ext cx="9746279" cy="35925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/>
        </p:nvSpPr>
        <p:spPr>
          <a:xfrm>
            <a:off x="282102" y="3166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Pesquisar elementos em uma Lista por uma posição – Parte 2</a:t>
            </a:r>
            <a:endParaRPr/>
          </a:p>
        </p:txBody>
      </p:sp>
      <p:pic>
        <p:nvPicPr>
          <p:cNvPr id="240" name="Google Shape;2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1309" y="1676887"/>
            <a:ext cx="9611491" cy="48644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/>
        </p:nvSpPr>
        <p:spPr>
          <a:xfrm>
            <a:off x="1108952" y="71726"/>
            <a:ext cx="940664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Excluir elementos em uma Lista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remove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1</a:t>
            </a:r>
            <a:endParaRPr/>
          </a:p>
        </p:txBody>
      </p:sp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1191" y="1541903"/>
            <a:ext cx="9349618" cy="51312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2456" y="2136706"/>
            <a:ext cx="9707087" cy="357342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9"/>
          <p:cNvSpPr txBox="1"/>
          <p:nvPr/>
        </p:nvSpPr>
        <p:spPr>
          <a:xfrm>
            <a:off x="1108952" y="71726"/>
            <a:ext cx="940664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Excluir elementos em uma Lista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remove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2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/>
        </p:nvSpPr>
        <p:spPr>
          <a:xfrm>
            <a:off x="437745" y="2760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Excluir elementos em uma Lista pela posição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pop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1</a:t>
            </a:r>
            <a:endParaRPr/>
          </a:p>
        </p:txBody>
      </p:sp>
      <p:pic>
        <p:nvPicPr>
          <p:cNvPr id="258" name="Google Shape;25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419" y="2009478"/>
            <a:ext cx="9425588" cy="3635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1"/>
          <p:cNvSpPr txBox="1"/>
          <p:nvPr/>
        </p:nvSpPr>
        <p:spPr>
          <a:xfrm>
            <a:off x="491613" y="17988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Excluir elementos em uma Lista pela posição – </a:t>
            </a:r>
            <a:r>
              <a:rPr lang="pt-BR" sz="4400">
                <a:solidFill>
                  <a:srgbClr val="FF0000"/>
                </a:solidFill>
                <a:latin typeface="Play"/>
                <a:ea typeface="Play"/>
                <a:cs typeface="Play"/>
                <a:sym typeface="Play"/>
              </a:rPr>
              <a:t>pop </a:t>
            </a: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– Parte 2</a:t>
            </a:r>
            <a:endParaRPr/>
          </a:p>
        </p:txBody>
      </p:sp>
      <p:pic>
        <p:nvPicPr>
          <p:cNvPr id="264" name="Google Shape;26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4162" y="1554317"/>
            <a:ext cx="9206183" cy="5123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747253"/>
            <a:ext cx="10032780" cy="5546152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2"/>
          <p:cNvSpPr txBox="1"/>
          <p:nvPr/>
        </p:nvSpPr>
        <p:spPr>
          <a:xfrm>
            <a:off x="0" y="717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Imprimir uma Lista </a:t>
            </a:r>
            <a:endParaRPr sz="4400">
              <a:solidFill>
                <a:srgbClr val="FF0000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/>
          <p:nvPr/>
        </p:nvSpPr>
        <p:spPr>
          <a:xfrm>
            <a:off x="1189206" y="1121392"/>
            <a:ext cx="861627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40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Em Python, você pode criar uma matriz usando listas de listas. Cada lista interna representa uma linha da matriz.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4017" y="2268046"/>
            <a:ext cx="7524615" cy="422482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3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Matriz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0223" y="1769346"/>
            <a:ext cx="9426990" cy="4807974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4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Solicitar ao usuário para inserir um elemento na Matriz – Parte 1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pt-BR" sz="44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Solicitar ao usuário para inserir um elemento na Matriz – Parte 2</a:t>
            </a:r>
            <a:endParaRPr/>
          </a:p>
        </p:txBody>
      </p:sp>
      <p:pic>
        <p:nvPicPr>
          <p:cNvPr id="289" name="Google Shape;28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9720" y="1900750"/>
            <a:ext cx="9368398" cy="459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/>
        </p:nvSpPr>
        <p:spPr>
          <a:xfrm>
            <a:off x="816413" y="715652"/>
            <a:ext cx="10131136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Criar um novo programa.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1- Inserir elementos em uma lista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Inserir em um posição 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2- Pesquisar um elemento na lista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valor 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Pela posição 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3- Excluir um elemento da lista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Pelo valor 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R"/>
            </a:pPr>
            <a:r>
              <a:rPr b="0" i="0" lang="pt-B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Pela posição  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 – Imprimir o vetor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– Encerrar o programa.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2024-03-11T17:37:19Z</dcterms:created>
  <dc:creator>Christine Vieira</dc:creator>
</cp:coreProperties>
</file>